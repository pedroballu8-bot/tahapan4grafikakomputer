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E8F37-EE75-874E-5FC9-829A972DF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82548-C09E-09D1-E409-0AF5FE6AA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397B-2E15-8B92-1731-621C85D4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74230-103F-740D-304D-AD7A4959A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FE08-D347-9F74-75B8-CB3EDCB7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534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BAAE-42A6-0D92-0D74-0CE87E62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9CF97-DFB8-6E83-96DE-3B5EA3EB0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96460-B86E-31F9-06BC-A7570F43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15680-E7E9-E843-BC55-30763E8A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4E1E1-4824-9660-DD49-3E6F5324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5923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97A8-B2B2-8A38-084A-759B23DB5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B4F78-AB61-E557-7E63-837B43E82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34C52-48CC-DDAA-9467-E68666FB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626BD-EEFA-161B-C2E8-CDD3184C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E70E4-8AD9-D4B0-70DE-254B9994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3483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EDC6-0E25-D7D8-983E-9DFF26BE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A26E-6E5D-E85F-2C27-5155800AB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157EA-2183-D224-2FDD-7F0F96D95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89AEC-B657-6CD5-FD72-77BA0300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865BB-1830-F8E8-EEE9-B89AA1B14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9F57D-F823-8A03-57DF-E49554A0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9302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C00F-5C8F-6ADD-73FF-095EE10C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2C6D3-E2DA-935F-2EBD-998935B9F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1DB5F-EAE6-6C02-1E2D-ACE2FE951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500F2F-5D49-B865-2855-0D836E04D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39A5A-7B00-8243-43B7-C87DA80FC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92F5-F124-DCCC-EB74-95303A28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A303C-C5D4-C45B-D408-407AE2874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D8A413-729A-889B-8309-F8801617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49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8AE8-4173-5535-FF02-1334ADAE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4F8CDD-565A-B849-C6D7-31FDCC01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2A4D9-DCF1-E94A-1C82-C29E5764D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E696-0516-665B-3C5C-233D8398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933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A7089-A871-9550-C5BF-0D1BAC8CC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AA7FC-C716-CF7E-A9F6-8063EAF1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7D4C5-48E0-69F6-F544-73939F7A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819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F7CF-FDF3-8F56-A0F4-6C8C5C56C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8CC00-362D-1EDA-B9D0-80FECE6C6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95442-57BF-7C88-A665-B8C77739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C57E9-ED89-CB18-656C-02BD3C20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DC93A-A693-677C-31BF-BAACA221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B4079-4554-8BF5-FC21-FE71B276E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246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2BEB-D8E0-8ADB-932C-E735DF27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A3BD9-A915-2F1B-BF45-37B006585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89D23-B2BA-1248-F55F-2B1A68FC1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6542F-7B5C-3E2C-450F-A8D7C76C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5E071-6775-BFC3-752B-39CD57A0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34592-120E-EE8A-A06E-1613EEAC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21669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6337-55EE-98E7-511E-9058EF60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B354A-EDE4-6803-E401-C120C284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9549E-A983-D774-A1DF-8BE81BD2C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AEA13-43B8-8A51-19BD-796F74F4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8C638-D526-087B-1828-7E502F4BF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1340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95CF9-ECB5-24E6-83C9-9806260FE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234AC-2393-FF22-A542-79CE8E44B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C7467-34BA-EE4B-22E8-D7D5F17F9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5CA6-2FB8-7BD0-B1A4-AA70AE72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EA47B-29AC-5099-9A19-AB0924E3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542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CFD2D-F277-7E67-8AE1-77DF6824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94A05-777F-3A89-951A-7F19D38E4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0F5D9-E10E-0D0A-80B6-2D321A303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C06CF-EA59-40A1-A99C-73D293CDE4E2}" type="datetimeFigureOut">
              <a:rPr lang="id-ID" smtClean="0"/>
              <a:t>17/07/2026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F0E98-DA3D-25A9-5B76-A08B13D61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9A801-92FA-108E-0AA2-4AD231455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7A839-AD7E-478D-86CC-BF99689AE002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3452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E8A5F-25C6-69DD-E9B7-40EB17E46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" y="206209"/>
            <a:ext cx="11989416" cy="644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8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E8635EF-B8FD-7199-2902-C4C6F051D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3" y="247486"/>
            <a:ext cx="12122773" cy="636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2F4F1-C65B-6BFC-1108-A9C518CA4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" y="209384"/>
            <a:ext cx="12065620" cy="643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82736-7DCD-3693-19FC-35A164C2D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0" y="199859"/>
            <a:ext cx="12065620" cy="645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3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EF51F-2736-AEBD-AE2F-587CF7817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2" y="228435"/>
            <a:ext cx="12160875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3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philips ballu</dc:creator>
  <cp:lastModifiedBy>philips ballu</cp:lastModifiedBy>
  <cp:revision>1</cp:revision>
  <dcterms:created xsi:type="dcterms:W3CDTF">2026-07-16T17:06:45Z</dcterms:created>
  <dcterms:modified xsi:type="dcterms:W3CDTF">2026-07-16T17:08:41Z</dcterms:modified>
</cp:coreProperties>
</file>